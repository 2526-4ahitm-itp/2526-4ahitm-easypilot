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EASYPILOT  ·  4AHITM DROHNENPROJEKT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EasyPilot </a:t>
            </a:r>
            <a:r>
              <a:rPr sz="6200" b="1">
                <a:solidFill>
                  <a:srgbClr val="2F80ED"/>
                </a:solidFill>
                <a:latin typeface="Segoe UI Semibold"/>
              </a:rPr>
              <a:t>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310128"/>
            <a:ext cx="137160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selbst im WLAN, zeigt Live-Telemetrie und einen 3D-Flugsimulator.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4CEDE"/>
                </a:solidFill>
                <a:latin typeface="Segoe U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185416"/>
            <a:ext cx="256032" cy="256032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03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1">
                <a:solidFill>
                  <a:srgbClr val="162133"/>
                </a:solidFill>
                <a:latin typeface="Segoe UI Semibold"/>
              </a:rPr>
              <a:t>Modifizierte Drohne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24328"/>
            <a:ext cx="4526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B3340"/>
                </a:solidFill>
                <a:latin typeface="Segoe UI"/>
              </a:rPr>
              <a:t>Eine handelsübliche Drohne, die wir mit einem ESP32 erweitert haben – nicht selbstgebaut.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2185416"/>
            <a:ext cx="256032" cy="256032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103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1">
                <a:solidFill>
                  <a:srgbClr val="162133"/>
                </a:solidFill>
                <a:latin typeface="Segoe UI Semibold"/>
              </a:rPr>
              <a:t>SwiftUI-App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624328"/>
            <a:ext cx="4526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B3340"/>
                </a:solidFill>
                <a:latin typeface="Segoe UI"/>
              </a:rPr>
              <a:t>Der mobile Co-Pilot, komplett in SwiftUI gebaut – nur mit Apple-Frameworks.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288536"/>
            <a:ext cx="256032" cy="256032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206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1">
                <a:solidFill>
                  <a:srgbClr val="162133"/>
                </a:solidFill>
                <a:latin typeface="Segoe UI Semibold"/>
              </a:rPr>
              <a:t>Auto-Discovery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27448"/>
            <a:ext cx="4526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B3340"/>
                </a:solidFill>
                <a:latin typeface="Segoe UI"/>
              </a:rPr>
              <a:t>Findet die Drohne automatisch im WLAN – ohne Eintippen einer IP-Adresse.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4288536"/>
            <a:ext cx="256032" cy="256032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4206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1">
                <a:solidFill>
                  <a:srgbClr val="162133"/>
                </a:solidFill>
                <a:latin typeface="Segoe UI Semibold"/>
              </a:rPr>
              <a:t>Live am iPhone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27448"/>
            <a:ext cx="4526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B3340"/>
                </a:solidFill>
                <a:latin typeface="Segoe UI"/>
              </a:rPr>
              <a:t>Live-Telemetrie mit 10 Hz und ein 3D-Flugsimulator direkt am iPhone.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26480" y="2057400"/>
            <a:ext cx="0" cy="3977639"/>
          </a:xfrm>
          <a:prstGeom prst="line">
            <a:avLst/>
          </a:prstGeom>
          <a:ln w="22225">
            <a:solidFill>
              <a:srgbClr val="2F80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68680" y="4041648"/>
            <a:ext cx="10469880" cy="1587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Architektur &amp; Tech-Stack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97480" cy="274320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B7482"/>
                </a:solidFill>
                <a:latin typeface="Segoe UI Semibold"/>
              </a:rPr>
              <a:t>DROHNE</a:t>
            </a:r>
          </a:p>
        </p:txBody>
      </p:sp>
      <p:pic>
        <p:nvPicPr>
          <p:cNvPr id="9" name="Picture 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7889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49039"/>
            <a:ext cx="2697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ESP32-C3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WebSocket-Server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UDP-Beacon (Discovery)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3310128"/>
            <a:ext cx="1417320" cy="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69748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6B7482"/>
                </a:solidFill>
                <a:latin typeface="Segoe UI Semibold"/>
              </a:rPr>
              <a:t>WLAN · WebSocket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456432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6B7482"/>
                </a:solidFill>
                <a:latin typeface="Segoe UI"/>
              </a:rPr>
              <a:t>Telemetrie · 10 Hz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783080"/>
            <a:ext cx="64465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80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938528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iPhone-App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35915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gebaut mit Swift &amp; SwiftUI</a:t>
            </a:r>
          </a:p>
        </p:txBody>
      </p:sp>
      <p:pic>
        <p:nvPicPr>
          <p:cNvPr id="18" name="Picture 17" descr="sw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99" y="2068639"/>
            <a:ext cx="1143000" cy="352424"/>
          </a:xfrm>
          <a:prstGeom prst="rect">
            <a:avLst/>
          </a:prstGeom>
        </p:spPr>
      </p:pic>
      <p:pic>
        <p:nvPicPr>
          <p:cNvPr id="19" name="Picture 18" descr="swiftu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5" y="1938528"/>
            <a:ext cx="566928" cy="56692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6359" y="2880360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107" y="2990088"/>
            <a:ext cx="740664" cy="7406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19" y="304495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Network.framework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19" y="3429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Verbindung &amp; Auto-Discovery zur Drohne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3959352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ube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107" y="4069080"/>
            <a:ext cx="740664" cy="7406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46519" y="412394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SceneKit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19" y="450799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Rendert den 3D-Flugsimulator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59" y="5038344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y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107" y="5148072"/>
            <a:ext cx="740664" cy="7406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46519" y="520293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CoreMotion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586983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Liest das Gyroskop des Handys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04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Segoe UI Semibold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