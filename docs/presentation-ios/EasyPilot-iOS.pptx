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1821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1546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EasyPilot ist unser Drohnenprojekt der 4AHITM – eine handelsübliche Drohne, die wir mit einem ESP32 erweitert haben.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0965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0690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Die iOS-App ist der mobile Co-Pilot: Sie verbindet sich von selbst über das WLAN mit der Drohne – ohne Eingabe einer IP-Adresse.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0109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9834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Sie zeigt die Telemetrie zehnmal pro Sekunde in Echtzeit an und bringt einen eigenen 3D-Flugsimulator direkt aufs Handy.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9253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8978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Über die App lassen sich außerdem Stabilisierungs- und Hilfsalgorithmen der Drohne steuern.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04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