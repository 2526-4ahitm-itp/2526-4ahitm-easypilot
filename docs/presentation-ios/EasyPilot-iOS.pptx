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Verbindet sich von selbst über das WLAN mit der Drohne – ohne Eingabe einer IP-Adresse.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3251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976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Zeigt die Telemetrie zehnmal pro Sekunde in Echtzeit an und bringt einen eigenen 3D-Flugsimulator direkt aufs Handy.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37667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Stabilisierungs- und Hilfsalgorithmen lassen sich durch die App steuern.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