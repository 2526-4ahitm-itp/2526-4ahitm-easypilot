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fliegt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7607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2F80ED"/>
                </a:solidFill>
                <a:latin typeface="Segoe UI"/>
              </a:rPr>
              <a:t>▪  </a:t>
            </a:r>
            <a:r>
              <a:rPr sz="1650" b="0">
                <a:solidFill>
                  <a:srgbClr val="2B3340"/>
                </a:solidFill>
                <a:latin typeface="Segoe UI"/>
              </a:rPr>
              <a:t>EasyPilot ist unser 4AHITM-Drohnenprojekt: eine selbstgebaute Drohne mit ESP32-Steuerung.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2F80ED"/>
                </a:solidFill>
                <a:latin typeface="Segoe UI"/>
              </a:rPr>
              <a:t>▪  </a:t>
            </a:r>
            <a:r>
              <a:rPr sz="1650" b="0">
                <a:solidFill>
                  <a:srgbClr val="2B3340"/>
                </a:solidFill>
                <a:latin typeface="Segoe UI"/>
              </a:rPr>
              <a:t>Die iOS-App ist der mobile Co-Pilot – komplett in SwiftUI, nur mit Apple-Frameworks.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2F80ED"/>
                </a:solidFill>
                <a:latin typeface="Segoe UI"/>
              </a:rPr>
              <a:t>▪  </a:t>
            </a:r>
            <a:r>
              <a:rPr sz="1650" b="0">
                <a:solidFill>
                  <a:srgbClr val="2B3340"/>
                </a:solidFill>
                <a:latin typeface="Segoe UI"/>
              </a:rPr>
              <a:t>Sie findet die Drohne automatisch im WLAN – ohne Eintippen einer IP-Adresse.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2F80ED"/>
                </a:solidFill>
                <a:latin typeface="Segoe UI"/>
              </a:rPr>
              <a:t>▪  </a:t>
            </a:r>
            <a:r>
              <a:rPr sz="1650" b="0">
                <a:solidFill>
                  <a:srgbClr val="2B3340"/>
                </a:solidFill>
                <a:latin typeface="Segoe UI"/>
              </a:rPr>
              <a:t>Live-Telemetrie mit 10 Hz, ein 3D-Flugsimulator und das Senden von Flugbefehlen – alles auf dem iPhone.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03720" y="1874519"/>
            <a:ext cx="0" cy="4206240"/>
          </a:xfrm>
          <a:prstGeom prst="line">
            <a:avLst/>
          </a:prstGeom>
          <a:ln w="22225">
            <a:solidFill>
              <a:srgbClr val="2F80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06640" y="2148840"/>
            <a:ext cx="3931920" cy="109728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148840"/>
            <a:ext cx="3931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EasyPilot App (SwiftUI)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846320"/>
            <a:ext cx="3931920" cy="109728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22225">
            <a:solidFill>
              <a:srgbClr val="2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4846320"/>
            <a:ext cx="3931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Drohne · WLAN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38160" y="3246120"/>
            <a:ext cx="0" cy="160020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607040" y="3246120"/>
            <a:ext cx="0" cy="160020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0" y="3657600"/>
            <a:ext cx="39319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Auto-Discovery · 10 Hz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Befehle ↑ · Telemetrie 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9" y="2287333"/>
            <a:ext cx="1325880" cy="4088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1528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Swift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56917" y="3483864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Programmiersprache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0138" y="1783080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wift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507" y="20574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60138" y="3081528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SwiftUI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39815" y="3483864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0138" y="3566160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User Interface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3036" y="1783080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ube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4406" y="205740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43036" y="3081528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22714" y="3483864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3036" y="3566160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3D-Flugsimulator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142232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ebs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8609" y="4416552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440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WebSocket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56917" y="5843016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925312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Live-Telemetrie · 10 Hz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0138" y="4142232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i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1507" y="4416552"/>
            <a:ext cx="868680" cy="868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60138" y="5440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9815" y="5843016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0138" y="5925312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Auto-Discovery im WLAN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3036" y="4142232"/>
            <a:ext cx="3271418" cy="210312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h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4406" y="4416552"/>
            <a:ext cx="868680" cy="8686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43036" y="5440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2714" y="5843016"/>
            <a:ext cx="512064" cy="3175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3036" y="5925312"/>
            <a:ext cx="32714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6B7482"/>
                </a:solidFill>
                <a:latin typeface="Segoe UI"/>
              </a:rPr>
              <a:t>Mikrocontroller der Drohne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