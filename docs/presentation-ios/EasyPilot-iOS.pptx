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2880360"/>
            <a:ext cx="12191695" cy="3977640"/>
          </a:xfrm>
          <a:custGeom>
            <a:avLst/>
            <a:gdLst/>
            <a:ahLst/>
            <a:cxnLst/>
            <a:rect l="l" t="t" r="r" b="b"/>
            <a:pathLst>
              <a:path w="12191695" h="3977640">
                <a:moveTo>
                  <a:pt x="0" y="2606040"/>
                </a:moveTo>
                <a:lnTo>
                  <a:pt x="12191695" y="0"/>
                </a:lnTo>
                <a:lnTo>
                  <a:pt x="12191695" y="3977640"/>
                </a:lnTo>
                <a:lnTo>
                  <a:pt x="0" y="3977640"/>
                </a:lnTo>
                <a:close/>
              </a:path>
            </a:pathLst>
          </a:custGeom>
          <a:solidFill>
            <a:srgbClr val="2C3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0">
                <a:solidFill>
                  <a:srgbClr val="103A50"/>
                </a:solidFill>
                <a:latin typeface="Georgia"/>
              </a:rPr>
              <a:t>EasyPilot </a:t>
            </a:r>
            <a:r>
              <a:rPr sz="6000" b="0">
                <a:solidFill>
                  <a:srgbClr val="2F80ED"/>
                </a:solidFill>
                <a:latin typeface="Georgia"/>
              </a:rPr>
              <a:t>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38528"/>
            <a:ext cx="2103120" cy="4445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B7482"/>
                </a:solidFill>
                <a:latin typeface="Calibri"/>
              </a:rPr>
              <a:t>SwiftUI-Companion-App für die EasyPilot-Drohne – findet die Drohne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6B7482"/>
                </a:solidFill>
                <a:latin typeface="Calibri"/>
              </a:rPr>
              <a:t>selbst im WLAN, zeigt Live-Telemetrie und fliegt einen 3D-Simulator.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B47"/>
                </a:solidFill>
                <a:latin typeface="Calibri"/>
              </a:rPr>
              <a:t>Simon Eder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482"/>
                </a:solidFill>
                <a:latin typeface="Calibri"/>
              </a:rPr>
              <a:t>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0">
                <a:solidFill>
                  <a:srgbClr val="103A50"/>
                </a:solidFill>
                <a:latin typeface="Georgia"/>
              </a:rPr>
              <a:t>Was ist EasyPilot iOS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00200"/>
            <a:ext cx="10634472" cy="0"/>
          </a:xfrm>
          <a:prstGeom prst="line">
            <a:avLst/>
          </a:prstGeom>
          <a:ln w="28575">
            <a:solidFill>
              <a:srgbClr val="2F80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05740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●  </a:t>
            </a:r>
            <a:r>
              <a:rPr sz="1650" b="0">
                <a:solidFill>
                  <a:srgbClr val="333B47"/>
                </a:solidFill>
                <a:latin typeface="Calibri"/>
              </a:rPr>
              <a:t>EasyPilot ist unser 4AHITM-Drohnenprojekt: eine selbstgebaute Drohne mit ESP32-Steuerung.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●  </a:t>
            </a:r>
            <a:r>
              <a:rPr sz="1650" b="0">
                <a:solidFill>
                  <a:srgbClr val="333B47"/>
                </a:solidFill>
                <a:latin typeface="Calibri"/>
              </a:rPr>
              <a:t>Die iOS-App ist der mobile Co-Pilot – komplett in SwiftUI, nur mit Apple-Frameworks.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●  </a:t>
            </a:r>
            <a:r>
              <a:rPr sz="1650" b="0">
                <a:solidFill>
                  <a:srgbClr val="333B47"/>
                </a:solidFill>
                <a:latin typeface="Calibri"/>
              </a:rPr>
              <a:t>Sie findet die Drohne automatisch im WLAN – ohne Eintippen einer IP-Adresse.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●  </a:t>
            </a:r>
            <a:r>
              <a:rPr sz="1650" b="0">
                <a:solidFill>
                  <a:srgbClr val="333B47"/>
                </a:solidFill>
                <a:latin typeface="Calibri"/>
              </a:rPr>
              <a:t>Live-Telemetrie mit 10 Hz, ein 3D-Flugsimulator und das Senden von Flugbefehlen – alles auf dem iPhone.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4028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240280"/>
            <a:ext cx="40233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iPhone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482"/>
                </a:solidFill>
                <a:latin typeface="Calibri"/>
              </a:rPr>
              <a:t>EasyPilot App (SwiftUI)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98348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C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983480"/>
            <a:ext cx="40233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ESP32-C3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482"/>
                </a:solidFill>
                <a:latin typeface="Calibri"/>
              </a:rPr>
              <a:t>Drohne · WLAN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3383280"/>
            <a:ext cx="0" cy="1600200"/>
          </a:xfrm>
          <a:prstGeom prst="line">
            <a:avLst/>
          </a:prstGeom>
          <a:ln w="28575">
            <a:solidFill>
              <a:srgbClr val="2C36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52760" y="3383280"/>
            <a:ext cx="0" cy="1600200"/>
          </a:xfrm>
          <a:prstGeom prst="line">
            <a:avLst/>
          </a:prstGeom>
          <a:ln w="28575">
            <a:solidFill>
              <a:srgbClr val="2C36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3749039"/>
            <a:ext cx="4023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WLAN-Discovery · 10 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Befehle ↑ · Telemetrie 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0"/>
            <a:ext cx="100584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0">
                <a:solidFill>
                  <a:srgbClr val="FFFFFF"/>
                </a:solidFill>
                <a:latin typeface="Georgia"/>
              </a:rPr>
              <a:t>EasyPilot iOS –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49" y="2367153"/>
            <a:ext cx="1371600" cy="422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20040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Swift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84448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Sprache der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1828800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wift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7" y="2121408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0138" y="320040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SwiftUI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0138" y="3584448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Benutzeroberfläche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3036" y="1828800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546" y="2121408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43036" y="320040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WLAN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584448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Findet die Drohne automatisch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33672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ebs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49" y="452628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605272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Live-Verbindung zur Drohne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0138" y="4233672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ube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647" y="4526280"/>
            <a:ext cx="914400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60138" y="5605272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3D-Simulator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598932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Flugsimulator am iPhone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3036" y="4233672"/>
            <a:ext cx="3271418" cy="21488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546" y="4526280"/>
            <a:ext cx="914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43036" y="5605272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3A50"/>
                </a:solidFill>
                <a:latin typeface="Calibri"/>
              </a:rPr>
              <a:t>ESP32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036" y="598932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Calibri"/>
              </a:rPr>
              <a:t>Mikrocontroller der Drohne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0"/>
            <a:ext cx="82296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400" b="0">
                <a:solidFill>
                  <a:srgbClr val="FFFFFF"/>
                </a:solidFill>
                <a:latin typeface="Georgia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60520"/>
            <a:ext cx="2011680" cy="4445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