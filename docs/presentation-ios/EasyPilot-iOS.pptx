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EASYPILOT  ·  4AHITM DROHNENPROJEKT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315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273551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309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EasyPilot ist unser Drohnenprojekt der 4AHITM – eine handelsübliche Drohne, die wir mit einem ESP32 erweitert haben.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251960"/>
            <a:ext cx="54864" cy="77724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24528"/>
            <a:ext cx="6309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Die iOS-App ist der mobile Co-Pilot: Sie verbindet sich von selbst über das WLAN mit der Drohne, ganz ohne Eingabe einer IP-Adresse.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376672"/>
            <a:ext cx="54864" cy="86868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349240"/>
            <a:ext cx="6309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Sobald die Verbindung steht, zeigt sie die Telemetrie zehnmal pro Sekunde in Echtzeit an und bringt einen eigenen 3D-Flugsimulator direkt aufs Handy. Gebaut ist alles in SwiftUI – nur mit Apple-eigenen Frameworks.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04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