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EASYPILOT  ·  4AHITM DROHNENPROJEKT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EasyPilot </a:t>
            </a:r>
            <a:r>
              <a:rPr sz="6200" b="1">
                <a:solidFill>
                  <a:srgbClr val="2F80ED"/>
                </a:solidFill>
                <a:latin typeface="Segoe UI Semibold"/>
              </a:rPr>
              <a:t>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310128"/>
            <a:ext cx="137160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selbst im WLAN, zeigt Live-Telemetrie und einen 3D-Flugsimulator.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4CEDE"/>
                </a:solidFill>
                <a:latin typeface="Segoe U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Das Projekt EasyPilot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Eine gewöhnliche Drohne wird zur vernetzten Telemetrie- und Steuerplattform.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273551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Ein ESP32-C3 an Bord macht die Drohne über WLAN ansprechbar – er sendet Telemetrie und nimmt Flugbefehle entgegen.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251960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224528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Mehrere Clients sind live dabei: eine iOS-App und ein 3D-Web-Viewer zeigen Lage und Daten der Drohne in Echtzeit.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230368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202936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Ein Schulprojekt der 4AHITM (HTL Leonding) – es verbindet Embedded-Firmware, Echtzeit-Netzwerk sowie App- und Web-Entwicklung.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Das iPhone wird zur Anzeige- und Steuerzentrale für unsere Drohne.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273551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EasyPilot ist unser Drohnenprojekt der 4AHITM – eine handelsübliche Drohne, die wir mit einem ESP32 erweitert haben.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251960"/>
            <a:ext cx="54864" cy="77724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224528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Die iOS-App ist der mobile Co-Pilot: Sie verbindet sich von selbst über das WLAN mit der Drohne, ganz ohne Eingabe einer IP-Adresse.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376672"/>
            <a:ext cx="54864" cy="86868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34924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Sobald die Verbindung steht, zeigt sie die Telemetrie zehnmal pro Sekunde in Echtzeit an und bringt einen eigenen 3D-Flugsimulator direkt aufs Handy. Gebaut ist alles in SwiftUI – nur mit Apple-eigenen Frameworks.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Architektur &amp; Tech-Stack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97480" cy="274320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B7482"/>
                </a:solidFill>
                <a:latin typeface="Segoe UI Semibold"/>
              </a:rPr>
              <a:t>DROHNE</a:t>
            </a:r>
          </a:p>
        </p:txBody>
      </p:sp>
      <p:pic>
        <p:nvPicPr>
          <p:cNvPr id="9" name="Picture 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7889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49039"/>
            <a:ext cx="2697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ESP32-C3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WebSocket-Server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UDP-Beacon (Discovery)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3310128"/>
            <a:ext cx="1417320" cy="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69748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6B7482"/>
                </a:solidFill>
                <a:latin typeface="Segoe UI Semibold"/>
              </a:rPr>
              <a:t>WLAN · WebSocket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456432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6B7482"/>
                </a:solidFill>
                <a:latin typeface="Segoe UI"/>
              </a:rPr>
              <a:t>Telemetrie · 10 Hz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783080"/>
            <a:ext cx="64465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80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938528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iPhone-App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35915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gebaut mit Swift &amp; SwiftUI</a:t>
            </a:r>
          </a:p>
        </p:txBody>
      </p:sp>
      <p:pic>
        <p:nvPicPr>
          <p:cNvPr id="18" name="Picture 17" descr="sw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99" y="2068639"/>
            <a:ext cx="1143000" cy="352424"/>
          </a:xfrm>
          <a:prstGeom prst="rect">
            <a:avLst/>
          </a:prstGeom>
        </p:spPr>
      </p:pic>
      <p:pic>
        <p:nvPicPr>
          <p:cNvPr id="19" name="Picture 18" descr="swiftu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5" y="1938528"/>
            <a:ext cx="566928" cy="56692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6359" y="2880360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107" y="2990088"/>
            <a:ext cx="740664" cy="7406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19" y="304495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Network.framework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19" y="3429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Verbindung &amp; Auto-Discovery zur Drohne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3959352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ube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107" y="4069080"/>
            <a:ext cx="740664" cy="7406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46519" y="412394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SceneKit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19" y="450799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Rendert den 3D-Flugsimulator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59" y="5038344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y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107" y="5148072"/>
            <a:ext cx="740664" cy="7406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46519" y="520293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CoreMotion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586983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Liest das Gyroskop des Handys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05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Segoe UI Semibold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