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6200" b="1">
                <a:solidFill>
                  <a:srgbClr val="FFFFFF"/>
                </a:solidFill>
                <a:latin typeface="Segoe UI Semibold"/>
              </a:rPr>
              <a:t>EasyPilot </a:t>
            </a:r>
            <a:r>
              <a:rPr sz="6200" b="1">
                <a:solidFill>
                  <a:srgbClr val="2F80ED"/>
                </a:solidFill>
                <a:latin typeface="Segoe UI Semibold"/>
              </a:rPr>
              <a:t>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310128"/>
            <a:ext cx="1371600" cy="508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C4CEDE"/>
                </a:solidFill>
                <a:latin typeface="Segoe UI"/>
              </a:rPr>
              <a:t>SwiftUI-Companion-App für die EasyPilot-Drohne – findet die Drohne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C4CEDE"/>
                </a:solidFill>
                <a:latin typeface="Segoe UI"/>
              </a:rPr>
              <a:t>selbst im WLAN, zeigt Live-Telemetrie und einen 3D-Flugsimulator.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Simon Eder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4CEDE"/>
                </a:solidFill>
                <a:latin typeface="Segoe UI"/>
              </a:rPr>
              <a:t>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0"/>
            <a:ext cx="9144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Das Projekt EasyPilot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0"/>
            <a:ext cx="822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F80ED"/>
                </a:solidFill>
                <a:latin typeface="Segoe UI Semi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62133"/>
                </a:solidFill>
                <a:latin typeface="Segoe UI Semibold"/>
              </a:rPr>
              <a:t>Eine gewöhnliche Drohne wird zur vernetzten Telemetrie- und Steuerplattform.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2852928"/>
            <a:ext cx="1463040" cy="508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73551"/>
            <a:ext cx="54864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340"/>
                </a:solidFill>
                <a:latin typeface="Segoe UI"/>
              </a:rPr>
              <a:t>Ein ESP32-C3 an Bord macht die Drohne über WLAN ansprechbar – er sendet Telemetrie und nimmt Flugbefehle entgegen.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251960"/>
            <a:ext cx="54864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224528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340"/>
                </a:solidFill>
                <a:latin typeface="Segoe UI"/>
              </a:rPr>
              <a:t>Mehrere Clients sind live dabei: eine iOS-App und ein 3D-Web-Viewer zeigen Lage und Daten der Drohne in Echtzeit.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230368"/>
            <a:ext cx="54864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202936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340"/>
                </a:solidFill>
                <a:latin typeface="Segoe UI"/>
              </a:rPr>
              <a:t>Ein Schulprojekt der 4AHITM (HTL Leonding) – es verbindet Embedded-Firmware, Echtzeit-Netzwerk sowie App- und Web-Entwicklung.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0"/>
            <a:ext cx="9144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Was ist EasyPilot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0"/>
            <a:ext cx="822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F80ED"/>
                </a:solidFill>
                <a:latin typeface="Segoe UI Semibol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62133"/>
                </a:solidFill>
                <a:latin typeface="Segoe UI Semibold"/>
              </a:rPr>
              <a:t>iPhone wird zur Anzeige- und Steuerzentrale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2852928"/>
            <a:ext cx="1463040" cy="508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410712"/>
            <a:ext cx="54864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340"/>
                </a:solidFill>
                <a:latin typeface="Segoe UI"/>
              </a:rPr>
              <a:t>Verbindet sich von selbst über das WLAN mit der Drohne – ohne Eingabe einer IP-Adresse.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599432"/>
            <a:ext cx="54864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340"/>
                </a:solidFill>
                <a:latin typeface="Segoe UI"/>
              </a:rPr>
              <a:t>Zeigt die Telemetrie zehnmal pro Sekunde in Echtzeit an und bringt einen eigenen 3D-Flugsimulator direkt aufs Handy.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0"/>
            <a:ext cx="9144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Architektur &amp; Tech-Stack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0"/>
            <a:ext cx="822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F80ED"/>
                </a:solidFill>
                <a:latin typeface="Segoe UI Semibold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B7482"/>
                </a:solidFill>
                <a:latin typeface="Segoe UI Semibold"/>
              </a:rPr>
              <a:t>DROHNE</a:t>
            </a:r>
          </a:p>
        </p:txBody>
      </p:sp>
      <p:pic>
        <p:nvPicPr>
          <p:cNvPr id="9" name="Picture 8" descr="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78892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49039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2133"/>
                </a:solidFill>
                <a:latin typeface="Segoe UI Semibold"/>
              </a:rPr>
              <a:t>ESP32-C3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WebSocket-Server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UDP-Beacon (Discovery)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3310128"/>
            <a:ext cx="1417320" cy="0"/>
          </a:xfrm>
          <a:prstGeom prst="line">
            <a:avLst/>
          </a:prstGeom>
          <a:ln w="28575">
            <a:solidFill>
              <a:srgbClr val="222B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3280" y="269748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6B7482"/>
                </a:solidFill>
                <a:latin typeface="Segoe UI Semibold"/>
              </a:rPr>
              <a:t>WLAN · WebSocket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456432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6B7482"/>
                </a:solidFill>
                <a:latin typeface="Segoe UI"/>
              </a:rPr>
              <a:t>Telemetrie · 10 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783080"/>
            <a:ext cx="64465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93852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2133"/>
                </a:solidFill>
                <a:latin typeface="Segoe UI Semibold"/>
              </a:rPr>
              <a:t>iPhone-App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3591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gebaut mit Swift &amp; SwiftUI</a:t>
            </a:r>
          </a:p>
        </p:txBody>
      </p:sp>
      <p:pic>
        <p:nvPicPr>
          <p:cNvPr id="18" name="Picture 17" descr="sw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299" y="2068639"/>
            <a:ext cx="1143000" cy="352424"/>
          </a:xfrm>
          <a:prstGeom prst="rect">
            <a:avLst/>
          </a:prstGeom>
        </p:spPr>
      </p:pic>
      <p:pic>
        <p:nvPicPr>
          <p:cNvPr id="19" name="Picture 18" descr="swift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75" y="1938528"/>
            <a:ext cx="566928" cy="56692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166359" y="2880360"/>
            <a:ext cx="589788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107" y="2990088"/>
            <a:ext cx="740664" cy="7406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6519" y="3044952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2133"/>
                </a:solidFill>
                <a:latin typeface="Segoe UI Semibold"/>
              </a:rPr>
              <a:t>Network.framework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342900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Verbindung &amp; Auto-Discovery zur Drohne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59" y="3959352"/>
            <a:ext cx="589788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ube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107" y="4069080"/>
            <a:ext cx="740664" cy="7406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46519" y="4123944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2133"/>
                </a:solidFill>
                <a:latin typeface="Segoe UI Semibold"/>
              </a:rPr>
              <a:t>SceneKit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19" y="450799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Rendert den 3D-Flugsimulator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59" y="5038344"/>
            <a:ext cx="589788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y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107" y="5148072"/>
            <a:ext cx="740664" cy="7406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46519" y="5202936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2133"/>
                </a:solidFill>
                <a:latin typeface="Segoe UI Semibold"/>
              </a:rPr>
              <a:t>CoreMotion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5586983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Liest das Gyroskop des Handys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F80ED"/>
                </a:solidFill>
                <a:latin typeface="Segoe UI Semibold"/>
              </a:rPr>
              <a:t>05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6600" b="1">
                <a:solidFill>
                  <a:srgbClr val="FFFFFF"/>
                </a:solidFill>
                <a:latin typeface="Segoe UI Semibold"/>
              </a:rP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343400"/>
            <a:ext cx="1463040" cy="508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